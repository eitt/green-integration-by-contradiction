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3F5B21-FCB7-4383-BD73-DC62D20BF54A}" v="22" dt="2026-04-07T22:03:16.7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NARDO HERNAN TALERO SARMIENTO" userId="89fa2788-e80a-4494-8cbf-75f5ed574ea0" providerId="ADAL" clId="{03E768DA-6664-418E-97D3-EBC1FB579521}"/>
    <pc:docChg chg="undo custSel modSld">
      <pc:chgData name="LEONARDO HERNAN TALERO SARMIENTO" userId="89fa2788-e80a-4494-8cbf-75f5ed574ea0" providerId="ADAL" clId="{03E768DA-6664-418E-97D3-EBC1FB579521}" dt="2026-04-07T22:03:16.701" v="249" actId="164"/>
      <pc:docMkLst>
        <pc:docMk/>
      </pc:docMkLst>
      <pc:sldChg chg="addSp delSp modSp mod">
        <pc:chgData name="LEONARDO HERNAN TALERO SARMIENTO" userId="89fa2788-e80a-4494-8cbf-75f5ed574ea0" providerId="ADAL" clId="{03E768DA-6664-418E-97D3-EBC1FB579521}" dt="2026-04-07T22:03:16.701" v="249" actId="164"/>
        <pc:sldMkLst>
          <pc:docMk/>
          <pc:sldMk cId="0" sldId="256"/>
        </pc:sldMkLst>
        <pc:spChg chg="del">
          <ac:chgData name="LEONARDO HERNAN TALERO SARMIENTO" userId="89fa2788-e80a-4494-8cbf-75f5ed574ea0" providerId="ADAL" clId="{03E768DA-6664-418E-97D3-EBC1FB579521}" dt="2026-04-07T21:48:58.004" v="1" actId="478"/>
          <ac:spMkLst>
            <pc:docMk/>
            <pc:sldMk cId="0" sldId="256"/>
            <ac:spMk id="2" creationId="{00000000-0000-0000-0000-000000000000}"/>
          </ac:spMkLst>
        </pc:spChg>
        <pc:spChg chg="del">
          <ac:chgData name="LEONARDO HERNAN TALERO SARMIENTO" userId="89fa2788-e80a-4494-8cbf-75f5ed574ea0" providerId="ADAL" clId="{03E768DA-6664-418E-97D3-EBC1FB579521}" dt="2026-04-07T21:48:56.825" v="0" actId="478"/>
          <ac:spMkLst>
            <pc:docMk/>
            <pc:sldMk cId="0" sldId="256"/>
            <ac:spMk id="3" creationId="{00000000-0000-0000-0000-000000000000}"/>
          </ac:spMkLst>
        </pc:spChg>
        <pc:spChg chg="del">
          <ac:chgData name="LEONARDO HERNAN TALERO SARMIENTO" userId="89fa2788-e80a-4494-8cbf-75f5ed574ea0" providerId="ADAL" clId="{03E768DA-6664-418E-97D3-EBC1FB579521}" dt="2026-04-07T21:48:59.991" v="2" actId="478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LEONARDO HERNAN TALERO SARMIENTO" userId="89fa2788-e80a-4494-8cbf-75f5ed574ea0" providerId="ADAL" clId="{03E768DA-6664-418E-97D3-EBC1FB579521}" dt="2026-04-07T22:02:02.956" v="232" actId="478"/>
          <ac:spMkLst>
            <pc:docMk/>
            <pc:sldMk cId="0" sldId="256"/>
            <ac:spMk id="5" creationId="{00000000-0000-0000-0000-000000000000}"/>
          </ac:spMkLst>
        </pc:spChg>
        <pc:spChg chg="mod">
          <ac:chgData name="LEONARDO HERNAN TALERO SARMIENTO" userId="89fa2788-e80a-4494-8cbf-75f5ed574ea0" providerId="ADAL" clId="{03E768DA-6664-418E-97D3-EBC1FB579521}" dt="2026-04-07T22:02:26.791" v="235" actId="164"/>
          <ac:spMkLst>
            <pc:docMk/>
            <pc:sldMk cId="0" sldId="256"/>
            <ac:spMk id="6" creationId="{00000000-0000-0000-0000-000000000000}"/>
          </ac:spMkLst>
        </pc:spChg>
        <pc:spChg chg="mod">
          <ac:chgData name="LEONARDO HERNAN TALERO SARMIENTO" userId="89fa2788-e80a-4494-8cbf-75f5ed574ea0" providerId="ADAL" clId="{03E768DA-6664-418E-97D3-EBC1FB579521}" dt="2026-04-07T22:02:26.791" v="235" actId="164"/>
          <ac:spMkLst>
            <pc:docMk/>
            <pc:sldMk cId="0" sldId="256"/>
            <ac:spMk id="7" creationId="{00000000-0000-0000-0000-000000000000}"/>
          </ac:spMkLst>
        </pc:spChg>
        <pc:spChg chg="mod">
          <ac:chgData name="LEONARDO HERNAN TALERO SARMIENTO" userId="89fa2788-e80a-4494-8cbf-75f5ed574ea0" providerId="ADAL" clId="{03E768DA-6664-418E-97D3-EBC1FB579521}" dt="2026-04-07T22:02:12.897" v="233" actId="164"/>
          <ac:spMkLst>
            <pc:docMk/>
            <pc:sldMk cId="0" sldId="256"/>
            <ac:spMk id="8" creationId="{00000000-0000-0000-0000-000000000000}"/>
          </ac:spMkLst>
        </pc:spChg>
        <pc:spChg chg="mod">
          <ac:chgData name="LEONARDO HERNAN TALERO SARMIENTO" userId="89fa2788-e80a-4494-8cbf-75f5ed574ea0" providerId="ADAL" clId="{03E768DA-6664-418E-97D3-EBC1FB579521}" dt="2026-04-07T22:02:12.897" v="233" actId="164"/>
          <ac:spMkLst>
            <pc:docMk/>
            <pc:sldMk cId="0" sldId="256"/>
            <ac:spMk id="9" creationId="{00000000-0000-0000-0000-000000000000}"/>
          </ac:spMkLst>
        </pc:spChg>
        <pc:spChg chg="mod topLvl">
          <ac:chgData name="LEONARDO HERNAN TALERO SARMIENTO" userId="89fa2788-e80a-4494-8cbf-75f5ed574ea0" providerId="ADAL" clId="{03E768DA-6664-418E-97D3-EBC1FB579521}" dt="2026-04-07T22:02:12.897" v="233" actId="164"/>
          <ac:spMkLst>
            <pc:docMk/>
            <pc:sldMk cId="0" sldId="256"/>
            <ac:spMk id="10" creationId="{00000000-0000-0000-0000-000000000000}"/>
          </ac:spMkLst>
        </pc:spChg>
        <pc:spChg chg="mod topLvl">
          <ac:chgData name="LEONARDO HERNAN TALERO SARMIENTO" userId="89fa2788-e80a-4494-8cbf-75f5ed574ea0" providerId="ADAL" clId="{03E768DA-6664-418E-97D3-EBC1FB579521}" dt="2026-04-07T22:02:12.897" v="233" actId="164"/>
          <ac:spMkLst>
            <pc:docMk/>
            <pc:sldMk cId="0" sldId="256"/>
            <ac:spMk id="11" creationId="{00000000-0000-0000-0000-000000000000}"/>
          </ac:spMkLst>
        </pc:spChg>
        <pc:spChg chg="mod">
          <ac:chgData name="LEONARDO HERNAN TALERO SARMIENTO" userId="89fa2788-e80a-4494-8cbf-75f5ed574ea0" providerId="ADAL" clId="{03E768DA-6664-418E-97D3-EBC1FB579521}" dt="2026-04-07T22:02:12.897" v="233" actId="164"/>
          <ac:spMkLst>
            <pc:docMk/>
            <pc:sldMk cId="0" sldId="256"/>
            <ac:spMk id="12" creationId="{00000000-0000-0000-0000-000000000000}"/>
          </ac:spMkLst>
        </pc:spChg>
        <pc:spChg chg="mod">
          <ac:chgData name="LEONARDO HERNAN TALERO SARMIENTO" userId="89fa2788-e80a-4494-8cbf-75f5ed574ea0" providerId="ADAL" clId="{03E768DA-6664-418E-97D3-EBC1FB579521}" dt="2026-04-07T22:02:12.897" v="233" actId="164"/>
          <ac:spMkLst>
            <pc:docMk/>
            <pc:sldMk cId="0" sldId="256"/>
            <ac:spMk id="13" creationId="{00000000-0000-0000-0000-000000000000}"/>
          </ac:spMkLst>
        </pc:spChg>
        <pc:spChg chg="mod">
          <ac:chgData name="LEONARDO HERNAN TALERO SARMIENTO" userId="89fa2788-e80a-4494-8cbf-75f5ed574ea0" providerId="ADAL" clId="{03E768DA-6664-418E-97D3-EBC1FB579521}" dt="2026-04-07T22:02:22.216" v="234" actId="164"/>
          <ac:spMkLst>
            <pc:docMk/>
            <pc:sldMk cId="0" sldId="256"/>
            <ac:spMk id="14" creationId="{00000000-0000-0000-0000-000000000000}"/>
          </ac:spMkLst>
        </pc:spChg>
        <pc:spChg chg="mod">
          <ac:chgData name="LEONARDO HERNAN TALERO SARMIENTO" userId="89fa2788-e80a-4494-8cbf-75f5ed574ea0" providerId="ADAL" clId="{03E768DA-6664-418E-97D3-EBC1FB579521}" dt="2026-04-07T22:02:22.216" v="234" actId="164"/>
          <ac:spMkLst>
            <pc:docMk/>
            <pc:sldMk cId="0" sldId="256"/>
            <ac:spMk id="15" creationId="{00000000-0000-0000-0000-000000000000}"/>
          </ac:spMkLst>
        </pc:spChg>
        <pc:spChg chg="mod">
          <ac:chgData name="LEONARDO HERNAN TALERO SARMIENTO" userId="89fa2788-e80a-4494-8cbf-75f5ed574ea0" providerId="ADAL" clId="{03E768DA-6664-418E-97D3-EBC1FB579521}" dt="2026-04-07T22:02:22.216" v="234" actId="164"/>
          <ac:spMkLst>
            <pc:docMk/>
            <pc:sldMk cId="0" sldId="256"/>
            <ac:spMk id="16" creationId="{00000000-0000-0000-0000-000000000000}"/>
          </ac:spMkLst>
        </pc:spChg>
        <pc:spChg chg="mod">
          <ac:chgData name="LEONARDO HERNAN TALERO SARMIENTO" userId="89fa2788-e80a-4494-8cbf-75f5ed574ea0" providerId="ADAL" clId="{03E768DA-6664-418E-97D3-EBC1FB579521}" dt="2026-04-07T22:03:16.701" v="249" actId="164"/>
          <ac:spMkLst>
            <pc:docMk/>
            <pc:sldMk cId="0" sldId="256"/>
            <ac:spMk id="29" creationId="{00000000-0000-0000-0000-000000000000}"/>
          </ac:spMkLst>
        </pc:spChg>
        <pc:spChg chg="add mod ord">
          <ac:chgData name="LEONARDO HERNAN TALERO SARMIENTO" userId="89fa2788-e80a-4494-8cbf-75f5ed574ea0" providerId="ADAL" clId="{03E768DA-6664-418E-97D3-EBC1FB579521}" dt="2026-04-07T22:02:58.468" v="246" actId="167"/>
          <ac:spMkLst>
            <pc:docMk/>
            <pc:sldMk cId="0" sldId="256"/>
            <ac:spMk id="31" creationId="{0E7FBC92-4A26-CDBA-26C7-80693CF8CB42}"/>
          </ac:spMkLst>
        </pc:spChg>
        <pc:spChg chg="add del mod topLvl">
          <ac:chgData name="LEONARDO HERNAN TALERO SARMIENTO" userId="89fa2788-e80a-4494-8cbf-75f5ed574ea0" providerId="ADAL" clId="{03E768DA-6664-418E-97D3-EBC1FB579521}" dt="2026-04-07T21:59:45.999" v="140" actId="478"/>
          <ac:spMkLst>
            <pc:docMk/>
            <pc:sldMk cId="0" sldId="256"/>
            <ac:spMk id="49" creationId="{7C79517C-2653-3649-7534-AA49FAC07273}"/>
          </ac:spMkLst>
        </pc:spChg>
        <pc:spChg chg="add mod">
          <ac:chgData name="LEONARDO HERNAN TALERO SARMIENTO" userId="89fa2788-e80a-4494-8cbf-75f5ed574ea0" providerId="ADAL" clId="{03E768DA-6664-418E-97D3-EBC1FB579521}" dt="2026-04-07T22:03:16.701" v="249" actId="164"/>
          <ac:spMkLst>
            <pc:docMk/>
            <pc:sldMk cId="0" sldId="256"/>
            <ac:spMk id="75" creationId="{131FB4A1-84FF-7C3F-1314-77803CCE7935}"/>
          </ac:spMkLst>
        </pc:spChg>
        <pc:spChg chg="add mod">
          <ac:chgData name="LEONARDO HERNAN TALERO SARMIENTO" userId="89fa2788-e80a-4494-8cbf-75f5ed574ea0" providerId="ADAL" clId="{03E768DA-6664-418E-97D3-EBC1FB579521}" dt="2026-04-07T22:03:16.701" v="249" actId="164"/>
          <ac:spMkLst>
            <pc:docMk/>
            <pc:sldMk cId="0" sldId="256"/>
            <ac:spMk id="76" creationId="{A65AE5D0-FD2F-EBC6-8741-83D570F443B2}"/>
          </ac:spMkLst>
        </pc:spChg>
        <pc:grpChg chg="add del mod">
          <ac:chgData name="LEONARDO HERNAN TALERO SARMIENTO" userId="89fa2788-e80a-4494-8cbf-75f5ed574ea0" providerId="ADAL" clId="{03E768DA-6664-418E-97D3-EBC1FB579521}" dt="2026-04-07T21:59:37.164" v="137" actId="165"/>
          <ac:grpSpMkLst>
            <pc:docMk/>
            <pc:sldMk cId="0" sldId="256"/>
            <ac:grpSpMk id="68" creationId="{E76C1EC5-C352-371B-46D0-B78E7762E868}"/>
          </ac:grpSpMkLst>
        </pc:grpChg>
        <pc:grpChg chg="add mod">
          <ac:chgData name="LEONARDO HERNAN TALERO SARMIENTO" userId="89fa2788-e80a-4494-8cbf-75f5ed574ea0" providerId="ADAL" clId="{03E768DA-6664-418E-97D3-EBC1FB579521}" dt="2026-04-07T22:03:16.701" v="249" actId="164"/>
          <ac:grpSpMkLst>
            <pc:docMk/>
            <pc:sldMk cId="0" sldId="256"/>
            <ac:grpSpMk id="82" creationId="{6181E8D4-2C44-62CC-EF1C-C5447CE36184}"/>
          </ac:grpSpMkLst>
        </pc:grpChg>
        <pc:grpChg chg="add mod">
          <ac:chgData name="LEONARDO HERNAN TALERO SARMIENTO" userId="89fa2788-e80a-4494-8cbf-75f5ed574ea0" providerId="ADAL" clId="{03E768DA-6664-418E-97D3-EBC1FB579521}" dt="2026-04-07T22:03:16.701" v="249" actId="164"/>
          <ac:grpSpMkLst>
            <pc:docMk/>
            <pc:sldMk cId="0" sldId="256"/>
            <ac:grpSpMk id="83" creationId="{ADEE0B10-6DDE-0C2A-08BB-0CBDAC6C56B4}"/>
          </ac:grpSpMkLst>
        </pc:grpChg>
        <pc:grpChg chg="add mod">
          <ac:chgData name="LEONARDO HERNAN TALERO SARMIENTO" userId="89fa2788-e80a-4494-8cbf-75f5ed574ea0" providerId="ADAL" clId="{03E768DA-6664-418E-97D3-EBC1FB579521}" dt="2026-04-07T22:03:16.701" v="249" actId="164"/>
          <ac:grpSpMkLst>
            <pc:docMk/>
            <pc:sldMk cId="0" sldId="256"/>
            <ac:grpSpMk id="84" creationId="{142FC024-AE8B-79AC-7444-D577AC604ADA}"/>
          </ac:grpSpMkLst>
        </pc:grpChg>
        <pc:grpChg chg="add mod">
          <ac:chgData name="LEONARDO HERNAN TALERO SARMIENTO" userId="89fa2788-e80a-4494-8cbf-75f5ed574ea0" providerId="ADAL" clId="{03E768DA-6664-418E-97D3-EBC1FB579521}" dt="2026-04-07T22:03:16.701" v="249" actId="164"/>
          <ac:grpSpMkLst>
            <pc:docMk/>
            <pc:sldMk cId="0" sldId="256"/>
            <ac:grpSpMk id="87" creationId="{90E0BA77-CEF8-D156-242A-4C3451A1C719}"/>
          </ac:grpSpMkLst>
        </pc:grpChg>
        <pc:cxnChg chg="mod ord">
          <ac:chgData name="LEONARDO HERNAN TALERO SARMIENTO" userId="89fa2788-e80a-4494-8cbf-75f5ed574ea0" providerId="ADAL" clId="{03E768DA-6664-418E-97D3-EBC1FB579521}" dt="2026-04-07T22:03:16.701" v="249" actId="164"/>
          <ac:cxnSpMkLst>
            <pc:docMk/>
            <pc:sldMk cId="0" sldId="256"/>
            <ac:cxnSpMk id="17" creationId="{00000000-0000-0000-0000-000000000000}"/>
          </ac:cxnSpMkLst>
        </pc:cxnChg>
        <pc:cxnChg chg="del">
          <ac:chgData name="LEONARDO HERNAN TALERO SARMIENTO" userId="89fa2788-e80a-4494-8cbf-75f5ed574ea0" providerId="ADAL" clId="{03E768DA-6664-418E-97D3-EBC1FB579521}" dt="2026-04-07T21:51:43.564" v="22" actId="478"/>
          <ac:cxnSpMkLst>
            <pc:docMk/>
            <pc:sldMk cId="0" sldId="256"/>
            <ac:cxnSpMk id="18" creationId="{00000000-0000-0000-0000-000000000000}"/>
          </ac:cxnSpMkLst>
        </pc:cxnChg>
        <pc:cxnChg chg="del">
          <ac:chgData name="LEONARDO HERNAN TALERO SARMIENTO" userId="89fa2788-e80a-4494-8cbf-75f5ed574ea0" providerId="ADAL" clId="{03E768DA-6664-418E-97D3-EBC1FB579521}" dt="2026-04-07T21:50:59.614" v="13" actId="478"/>
          <ac:cxnSpMkLst>
            <pc:docMk/>
            <pc:sldMk cId="0" sldId="256"/>
            <ac:cxnSpMk id="19" creationId="{00000000-0000-0000-0000-000000000000}"/>
          </ac:cxnSpMkLst>
        </pc:cxnChg>
        <pc:cxnChg chg="del">
          <ac:chgData name="LEONARDO HERNAN TALERO SARMIENTO" userId="89fa2788-e80a-4494-8cbf-75f5ed574ea0" providerId="ADAL" clId="{03E768DA-6664-418E-97D3-EBC1FB579521}" dt="2026-04-07T21:51:00.591" v="14" actId="478"/>
          <ac:cxnSpMkLst>
            <pc:docMk/>
            <pc:sldMk cId="0" sldId="256"/>
            <ac:cxnSpMk id="20" creationId="{00000000-0000-0000-0000-000000000000}"/>
          </ac:cxnSpMkLst>
        </pc:cxnChg>
        <pc:cxnChg chg="mod">
          <ac:chgData name="LEONARDO HERNAN TALERO SARMIENTO" userId="89fa2788-e80a-4494-8cbf-75f5ed574ea0" providerId="ADAL" clId="{03E768DA-6664-418E-97D3-EBC1FB579521}" dt="2026-04-07T22:02:12.897" v="233" actId="164"/>
          <ac:cxnSpMkLst>
            <pc:docMk/>
            <pc:sldMk cId="0" sldId="256"/>
            <ac:cxnSpMk id="21" creationId="{00000000-0000-0000-0000-000000000000}"/>
          </ac:cxnSpMkLst>
        </pc:cxnChg>
        <pc:cxnChg chg="del mod">
          <ac:chgData name="LEONARDO HERNAN TALERO SARMIENTO" userId="89fa2788-e80a-4494-8cbf-75f5ed574ea0" providerId="ADAL" clId="{03E768DA-6664-418E-97D3-EBC1FB579521}" dt="2026-04-07T21:59:41.733" v="139" actId="478"/>
          <ac:cxnSpMkLst>
            <pc:docMk/>
            <pc:sldMk cId="0" sldId="256"/>
            <ac:cxnSpMk id="23" creationId="{00000000-0000-0000-0000-000000000000}"/>
          </ac:cxnSpMkLst>
        </pc:cxnChg>
        <pc:cxnChg chg="mod">
          <ac:chgData name="LEONARDO HERNAN TALERO SARMIENTO" userId="89fa2788-e80a-4494-8cbf-75f5ed574ea0" providerId="ADAL" clId="{03E768DA-6664-418E-97D3-EBC1FB579521}" dt="2026-04-07T22:00:27.701" v="169" actId="1038"/>
          <ac:cxnSpMkLst>
            <pc:docMk/>
            <pc:sldMk cId="0" sldId="256"/>
            <ac:cxnSpMk id="24" creationId="{00000000-0000-0000-0000-000000000000}"/>
          </ac:cxnSpMkLst>
        </pc:cxnChg>
        <pc:cxnChg chg="mod">
          <ac:chgData name="LEONARDO HERNAN TALERO SARMIENTO" userId="89fa2788-e80a-4494-8cbf-75f5ed574ea0" providerId="ADAL" clId="{03E768DA-6664-418E-97D3-EBC1FB579521}" dt="2026-04-07T22:00:32.764" v="176" actId="1037"/>
          <ac:cxnSpMkLst>
            <pc:docMk/>
            <pc:sldMk cId="0" sldId="256"/>
            <ac:cxnSpMk id="25" creationId="{00000000-0000-0000-0000-000000000000}"/>
          </ac:cxnSpMkLst>
        </pc:cxnChg>
        <pc:cxnChg chg="del">
          <ac:chgData name="LEONARDO HERNAN TALERO SARMIENTO" userId="89fa2788-e80a-4494-8cbf-75f5ed574ea0" providerId="ADAL" clId="{03E768DA-6664-418E-97D3-EBC1FB579521}" dt="2026-04-07T21:51:02.663" v="15" actId="478"/>
          <ac:cxnSpMkLst>
            <pc:docMk/>
            <pc:sldMk cId="0" sldId="256"/>
            <ac:cxnSpMk id="26" creationId="{00000000-0000-0000-0000-000000000000}"/>
          </ac:cxnSpMkLst>
        </pc:cxnChg>
        <pc:cxnChg chg="del">
          <ac:chgData name="LEONARDO HERNAN TALERO SARMIENTO" userId="89fa2788-e80a-4494-8cbf-75f5ed574ea0" providerId="ADAL" clId="{03E768DA-6664-418E-97D3-EBC1FB579521}" dt="2026-04-07T21:52:35.088" v="49" actId="478"/>
          <ac:cxnSpMkLst>
            <pc:docMk/>
            <pc:sldMk cId="0" sldId="256"/>
            <ac:cxnSpMk id="27" creationId="{00000000-0000-0000-0000-000000000000}"/>
          </ac:cxnSpMkLst>
        </pc:cxnChg>
        <pc:cxnChg chg="mod">
          <ac:chgData name="LEONARDO HERNAN TALERO SARMIENTO" userId="89fa2788-e80a-4494-8cbf-75f5ed574ea0" providerId="ADAL" clId="{03E768DA-6664-418E-97D3-EBC1FB579521}" dt="2026-04-07T22:02:49.825" v="244" actId="1035"/>
          <ac:cxnSpMkLst>
            <pc:docMk/>
            <pc:sldMk cId="0" sldId="256"/>
            <ac:cxnSpMk id="28" creationId="{00000000-0000-0000-0000-000000000000}"/>
          </ac:cxnSpMkLst>
        </pc:cxnChg>
        <pc:cxnChg chg="add del">
          <ac:chgData name="LEONARDO HERNAN TALERO SARMIENTO" userId="89fa2788-e80a-4494-8cbf-75f5ed574ea0" providerId="ADAL" clId="{03E768DA-6664-418E-97D3-EBC1FB579521}" dt="2026-04-07T21:51:33.272" v="20" actId="11529"/>
          <ac:cxnSpMkLst>
            <pc:docMk/>
            <pc:sldMk cId="0" sldId="256"/>
            <ac:cxnSpMk id="34" creationId="{32026399-77DE-578C-5656-4B5908EE2BA8}"/>
          </ac:cxnSpMkLst>
        </pc:cxnChg>
        <pc:cxnChg chg="add mod ord">
          <ac:chgData name="LEONARDO HERNAN TALERO SARMIENTO" userId="89fa2788-e80a-4494-8cbf-75f5ed574ea0" providerId="ADAL" clId="{03E768DA-6664-418E-97D3-EBC1FB579521}" dt="2026-04-07T22:03:02.063" v="247" actId="166"/>
          <ac:cxnSpMkLst>
            <pc:docMk/>
            <pc:sldMk cId="0" sldId="256"/>
            <ac:cxnSpMk id="35" creationId="{BB99EC7C-0C2D-4E60-D53B-9D4F43690ECC}"/>
          </ac:cxnSpMkLst>
        </pc:cxnChg>
        <pc:cxnChg chg="add mod">
          <ac:chgData name="LEONARDO HERNAN TALERO SARMIENTO" userId="89fa2788-e80a-4494-8cbf-75f5ed574ea0" providerId="ADAL" clId="{03E768DA-6664-418E-97D3-EBC1FB579521}" dt="2026-04-07T22:02:49.825" v="244" actId="1035"/>
          <ac:cxnSpMkLst>
            <pc:docMk/>
            <pc:sldMk cId="0" sldId="256"/>
            <ac:cxnSpMk id="40" creationId="{33235963-4488-18C4-D7ED-2864E882629B}"/>
          </ac:cxnSpMkLst>
        </pc:cxnChg>
        <pc:cxnChg chg="add mod">
          <ac:chgData name="LEONARDO HERNAN TALERO SARMIENTO" userId="89fa2788-e80a-4494-8cbf-75f5ed574ea0" providerId="ADAL" clId="{03E768DA-6664-418E-97D3-EBC1FB579521}" dt="2026-04-07T21:53:03.362" v="51"/>
          <ac:cxnSpMkLst>
            <pc:docMk/>
            <pc:sldMk cId="0" sldId="256"/>
            <ac:cxnSpMk id="46" creationId="{8713A319-CDBC-922E-D66C-9E61E228C8B6}"/>
          </ac:cxnSpMkLst>
        </pc:cxnChg>
        <pc:cxnChg chg="add mod">
          <ac:chgData name="LEONARDO HERNAN TALERO SARMIENTO" userId="89fa2788-e80a-4494-8cbf-75f5ed574ea0" providerId="ADAL" clId="{03E768DA-6664-418E-97D3-EBC1FB579521}" dt="2026-04-07T21:53:03.362" v="51"/>
          <ac:cxnSpMkLst>
            <pc:docMk/>
            <pc:sldMk cId="0" sldId="256"/>
            <ac:cxnSpMk id="47" creationId="{9E20AA0A-2710-46BC-B1F9-799C8AE443F1}"/>
          </ac:cxnSpMkLst>
        </pc:cxnChg>
        <pc:cxnChg chg="add mod topLvl">
          <ac:chgData name="LEONARDO HERNAN TALERO SARMIENTO" userId="89fa2788-e80a-4494-8cbf-75f5ed574ea0" providerId="ADAL" clId="{03E768DA-6664-418E-97D3-EBC1FB579521}" dt="2026-04-07T22:02:12.897" v="233" actId="164"/>
          <ac:cxnSpMkLst>
            <pc:docMk/>
            <pc:sldMk cId="0" sldId="256"/>
            <ac:cxnSpMk id="48" creationId="{56B4645B-C682-6A7B-F2A4-CB74E874E7E7}"/>
          </ac:cxnSpMkLst>
        </pc:cxnChg>
        <pc:cxnChg chg="add mod">
          <ac:chgData name="LEONARDO HERNAN TALERO SARMIENTO" userId="89fa2788-e80a-4494-8cbf-75f5ed574ea0" providerId="ADAL" clId="{03E768DA-6664-418E-97D3-EBC1FB579521}" dt="2026-04-07T22:02:49.825" v="244" actId="1035"/>
          <ac:cxnSpMkLst>
            <pc:docMk/>
            <pc:sldMk cId="0" sldId="256"/>
            <ac:cxnSpMk id="50" creationId="{FFF37B44-83D0-F67C-57DC-AB19EF0440A6}"/>
          </ac:cxnSpMkLst>
        </pc:cxnChg>
        <pc:cxnChg chg="add mod">
          <ac:chgData name="LEONARDO HERNAN TALERO SARMIENTO" userId="89fa2788-e80a-4494-8cbf-75f5ed574ea0" providerId="ADAL" clId="{03E768DA-6664-418E-97D3-EBC1FB579521}" dt="2026-04-07T22:03:16.701" v="249" actId="164"/>
          <ac:cxnSpMkLst>
            <pc:docMk/>
            <pc:sldMk cId="0" sldId="256"/>
            <ac:cxnSpMk id="53" creationId="{EA16D5C7-F37B-D857-1513-AE3D623B4FD2}"/>
          </ac:cxnSpMkLst>
        </pc:cxnChg>
        <pc:cxnChg chg="add mod">
          <ac:chgData name="LEONARDO HERNAN TALERO SARMIENTO" userId="89fa2788-e80a-4494-8cbf-75f5ed574ea0" providerId="ADAL" clId="{03E768DA-6664-418E-97D3-EBC1FB579521}" dt="2026-04-07T22:02:53.620" v="245" actId="14100"/>
          <ac:cxnSpMkLst>
            <pc:docMk/>
            <pc:sldMk cId="0" sldId="256"/>
            <ac:cxnSpMk id="57" creationId="{B16DD043-BCF6-EC35-0DBD-9F7E67FCEC35}"/>
          </ac:cxnSpMkLst>
        </pc:cxnChg>
        <pc:cxnChg chg="add mod">
          <ac:chgData name="LEONARDO HERNAN TALERO SARMIENTO" userId="89fa2788-e80a-4494-8cbf-75f5ed574ea0" providerId="ADAL" clId="{03E768DA-6664-418E-97D3-EBC1FB579521}" dt="2026-04-07T22:03:16.701" v="249" actId="164"/>
          <ac:cxnSpMkLst>
            <pc:docMk/>
            <pc:sldMk cId="0" sldId="256"/>
            <ac:cxnSpMk id="71" creationId="{E38CE97C-0FB4-7DCF-6491-F8ED3930AD9D}"/>
          </ac:cxnSpMkLst>
        </pc:cxnChg>
        <pc:cxnChg chg="add mod">
          <ac:chgData name="LEONARDO HERNAN TALERO SARMIENTO" userId="89fa2788-e80a-4494-8cbf-75f5ed574ea0" providerId="ADAL" clId="{03E768DA-6664-418E-97D3-EBC1FB579521}" dt="2026-04-07T22:01:26.336" v="231" actId="1036"/>
          <ac:cxnSpMkLst>
            <pc:docMk/>
            <pc:sldMk cId="0" sldId="256"/>
            <ac:cxnSpMk id="77" creationId="{E837A448-7905-D8A0-8F76-F00604C7B6D4}"/>
          </ac:cxnSpMkLst>
        </pc:cxnChg>
        <pc:cxnChg chg="add mod">
          <ac:chgData name="LEONARDO HERNAN TALERO SARMIENTO" userId="89fa2788-e80a-4494-8cbf-75f5ed574ea0" providerId="ADAL" clId="{03E768DA-6664-418E-97D3-EBC1FB579521}" dt="2026-04-07T22:01:26.336" v="231" actId="1036"/>
          <ac:cxnSpMkLst>
            <pc:docMk/>
            <pc:sldMk cId="0" sldId="256"/>
            <ac:cxnSpMk id="78" creationId="{5AED349B-7C04-A3D7-E9C5-C6E6C0F12A8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upo 86">
            <a:extLst>
              <a:ext uri="{FF2B5EF4-FFF2-40B4-BE49-F238E27FC236}">
                <a16:creationId xmlns:a16="http://schemas.microsoft.com/office/drawing/2014/main" id="{90E0BA77-CEF8-D156-242A-4C3451A1C719}"/>
              </a:ext>
            </a:extLst>
          </p:cNvPr>
          <p:cNvGrpSpPr/>
          <p:nvPr/>
        </p:nvGrpSpPr>
        <p:grpSpPr>
          <a:xfrm>
            <a:off x="457200" y="1371600"/>
            <a:ext cx="8229600" cy="5309616"/>
            <a:chOff x="457200" y="1371600"/>
            <a:chExt cx="8229600" cy="5309616"/>
          </a:xfrm>
        </p:grpSpPr>
        <p:grpSp>
          <p:nvGrpSpPr>
            <p:cNvPr id="84" name="Grupo 83">
              <a:extLst>
                <a:ext uri="{FF2B5EF4-FFF2-40B4-BE49-F238E27FC236}">
                  <a16:creationId xmlns:a16="http://schemas.microsoft.com/office/drawing/2014/main" id="{142FC024-AE8B-79AC-7444-D577AC604ADA}"/>
                </a:ext>
              </a:extLst>
            </p:cNvPr>
            <p:cNvGrpSpPr/>
            <p:nvPr/>
          </p:nvGrpSpPr>
          <p:grpSpPr>
            <a:xfrm>
              <a:off x="457200" y="1371600"/>
              <a:ext cx="8229600" cy="630933"/>
              <a:chOff x="457200" y="1371600"/>
              <a:chExt cx="8229600" cy="630933"/>
            </a:xfrm>
          </p:grpSpPr>
          <p:sp>
            <p:nvSpPr>
              <p:cNvPr id="6" name="Rounded Rectangle 5"/>
              <p:cNvSpPr/>
              <p:nvPr/>
            </p:nvSpPr>
            <p:spPr>
              <a:xfrm>
                <a:off x="457200" y="1371600"/>
                <a:ext cx="2286000" cy="630933"/>
              </a:xfrm>
              <a:prstGeom prst="roundRect">
                <a:avLst/>
              </a:prstGeom>
              <a:solidFill>
                <a:srgbClr val="D9D9D9"/>
              </a:solidFill>
              <a:ln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UIS route evidence</a:t>
                </a:r>
              </a:p>
              <a:p>
                <a:pPr algn="ctr"/>
                <a:r>
                  <a:rPr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Segment reconstruction</a:t>
                </a:r>
              </a:p>
            </p:txBody>
          </p:sp>
          <p:sp>
            <p:nvSpPr>
              <p:cNvPr id="7" name="Rounded Rectangle 6"/>
              <p:cNvSpPr/>
              <p:nvPr/>
            </p:nvSpPr>
            <p:spPr>
              <a:xfrm>
                <a:off x="6400800" y="1371600"/>
                <a:ext cx="2286000" cy="630933"/>
              </a:xfrm>
              <a:prstGeom prst="roundRect">
                <a:avLst/>
              </a:prstGeom>
              <a:solidFill>
                <a:srgbClr val="D9D9D9"/>
              </a:solidFill>
              <a:ln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Santander Travel sequence</a:t>
                </a:r>
              </a:p>
              <a:p>
                <a:pPr algn="ctr"/>
                <a:r>
                  <a: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Narrative continuity</a:t>
                </a:r>
              </a:p>
            </p:txBody>
          </p:sp>
        </p:grpSp>
        <p:grpSp>
          <p:nvGrpSpPr>
            <p:cNvPr id="83" name="Grupo 82">
              <a:extLst>
                <a:ext uri="{FF2B5EF4-FFF2-40B4-BE49-F238E27FC236}">
                  <a16:creationId xmlns:a16="http://schemas.microsoft.com/office/drawing/2014/main" id="{ADEE0B10-6DDE-0C2A-08BB-0CBDAC6C56B4}"/>
                </a:ext>
              </a:extLst>
            </p:cNvPr>
            <p:cNvGrpSpPr/>
            <p:nvPr/>
          </p:nvGrpSpPr>
          <p:grpSpPr>
            <a:xfrm>
              <a:off x="457200" y="4681728"/>
              <a:ext cx="8229600" cy="1097280"/>
              <a:chOff x="457200" y="4681728"/>
              <a:chExt cx="8229600" cy="1097280"/>
            </a:xfrm>
          </p:grpSpPr>
          <p:sp>
            <p:nvSpPr>
              <p:cNvPr id="14" name="Rounded Rectangle 13"/>
              <p:cNvSpPr/>
              <p:nvPr/>
            </p:nvSpPr>
            <p:spPr>
              <a:xfrm>
                <a:off x="457200" y="4681728"/>
                <a:ext cx="2286000" cy="429767"/>
              </a:xfrm>
              <a:prstGeom prst="roundRect">
                <a:avLst/>
              </a:prstGeom>
              <a:solidFill>
                <a:srgbClr val="D9D9D9"/>
              </a:solidFill>
              <a:ln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Context node</a:t>
                </a:r>
              </a:p>
              <a:p>
                <a:pPr algn="ctr"/>
                <a:r>
                  <a: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Cabrera</a:t>
                </a:r>
              </a:p>
            </p:txBody>
          </p:sp>
          <p:sp>
            <p:nvSpPr>
              <p:cNvPr id="15" name="Rounded Rectangle 14"/>
              <p:cNvSpPr/>
              <p:nvPr/>
            </p:nvSpPr>
            <p:spPr>
              <a:xfrm>
                <a:off x="6400800" y="4681728"/>
                <a:ext cx="2286000" cy="429765"/>
              </a:xfrm>
              <a:prstGeom prst="roundRect">
                <a:avLst/>
              </a:prstGeom>
              <a:solidFill>
                <a:srgbClr val="D9D9D9"/>
              </a:solidFill>
              <a:ln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Context node</a:t>
                </a:r>
              </a:p>
              <a:p>
                <a:pPr algn="ctr"/>
                <a:r>
                  <a: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San Vicente</a:t>
                </a:r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3241548" y="5303520"/>
                <a:ext cx="2660904" cy="475488"/>
              </a:xfrm>
              <a:prstGeom prst="rect">
                <a:avLst/>
              </a:prstGeom>
              <a:solidFill>
                <a:srgbClr val="7F7F7F"/>
              </a:solidFill>
              <a:ln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DANE tourism statistics (measurement layer)</a:t>
                </a:r>
              </a:p>
            </p:txBody>
          </p:sp>
        </p:grpSp>
        <p:cxnSp>
          <p:nvCxnSpPr>
            <p:cNvPr id="28" name="Connector 27"/>
            <p:cNvCxnSpPr>
              <a:cxnSpLocks/>
              <a:stCxn id="14" idx="0"/>
              <a:endCxn id="31" idx="2"/>
            </p:cNvCxnSpPr>
            <p:nvPr/>
          </p:nvCxnSpPr>
          <p:spPr>
            <a:xfrm flipV="1">
              <a:off x="1600200" y="3895342"/>
              <a:ext cx="2958084" cy="786386"/>
            </a:xfrm>
            <a:prstGeom prst="line">
              <a:avLst/>
            </a:prstGeom>
            <a:ln w="15875">
              <a:solidFill>
                <a:srgbClr val="000000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1143310" y="6245350"/>
              <a:ext cx="2584362" cy="21544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US" sz="800" dirty="0"/>
                <a:t>Dashed arrows: contextual or reconstructed relationships</a:t>
              </a:r>
              <a:endParaRPr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0" name="Connector 27">
              <a:extLst>
                <a:ext uri="{FF2B5EF4-FFF2-40B4-BE49-F238E27FC236}">
                  <a16:creationId xmlns:a16="http://schemas.microsoft.com/office/drawing/2014/main" id="{33235963-4488-18C4-D7ED-2864E882629B}"/>
                </a:ext>
              </a:extLst>
            </p:cNvPr>
            <p:cNvCxnSpPr>
              <a:cxnSpLocks/>
              <a:stCxn id="15" idx="0"/>
              <a:endCxn id="31" idx="2"/>
            </p:cNvCxnSpPr>
            <p:nvPr/>
          </p:nvCxnSpPr>
          <p:spPr>
            <a:xfrm flipH="1" flipV="1">
              <a:off x="4558284" y="3895342"/>
              <a:ext cx="2985516" cy="786386"/>
            </a:xfrm>
            <a:prstGeom prst="line">
              <a:avLst/>
            </a:prstGeom>
            <a:ln w="15875">
              <a:solidFill>
                <a:srgbClr val="000000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2" name="Grupo 81">
              <a:extLst>
                <a:ext uri="{FF2B5EF4-FFF2-40B4-BE49-F238E27FC236}">
                  <a16:creationId xmlns:a16="http://schemas.microsoft.com/office/drawing/2014/main" id="{6181E8D4-2C44-62CC-EF1C-C5447CE36184}"/>
                </a:ext>
              </a:extLst>
            </p:cNvPr>
            <p:cNvGrpSpPr/>
            <p:nvPr/>
          </p:nvGrpSpPr>
          <p:grpSpPr>
            <a:xfrm>
              <a:off x="457200" y="2788918"/>
              <a:ext cx="8101584" cy="1106424"/>
              <a:chOff x="457200" y="3099816"/>
              <a:chExt cx="8101584" cy="1106424"/>
            </a:xfrm>
          </p:grpSpPr>
          <p:sp>
            <p:nvSpPr>
              <p:cNvPr id="31" name="Rectángulo 30">
                <a:extLst>
                  <a:ext uri="{FF2B5EF4-FFF2-40B4-BE49-F238E27FC236}">
                    <a16:creationId xmlns:a16="http://schemas.microsoft.com/office/drawing/2014/main" id="{0E7FBC92-4A26-CDBA-26C7-80693CF8CB42}"/>
                  </a:ext>
                </a:extLst>
              </p:cNvPr>
              <p:cNvSpPr/>
              <p:nvPr/>
            </p:nvSpPr>
            <p:spPr>
              <a:xfrm>
                <a:off x="3191256" y="3099816"/>
                <a:ext cx="2734056" cy="110642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457200" y="3291840"/>
                <a:ext cx="1097280" cy="731520"/>
              </a:xfrm>
              <a:prstGeom prst="rect">
                <a:avLst/>
              </a:prstGeom>
              <a:noFill/>
              <a:ln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Los Santos</a:t>
                </a:r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1828800" y="3291840"/>
                <a:ext cx="1097280" cy="731520"/>
              </a:xfrm>
              <a:prstGeom prst="rect">
                <a:avLst/>
              </a:prstGeom>
              <a:noFill/>
              <a:ln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Jordan</a:t>
                </a:r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6089904" y="3291840"/>
                <a:ext cx="1097280" cy="731520"/>
              </a:xfrm>
              <a:prstGeom prst="rect">
                <a:avLst/>
              </a:prstGeom>
              <a:noFill/>
              <a:ln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Zapatoca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7461504" y="3291840"/>
                <a:ext cx="1097280" cy="731520"/>
              </a:xfrm>
              <a:prstGeom prst="rect">
                <a:avLst/>
              </a:prstGeom>
              <a:noFill/>
              <a:ln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Puenteruedas</a:t>
                </a:r>
              </a:p>
            </p:txBody>
          </p:sp>
          <p:cxnSp>
            <p:nvCxnSpPr>
              <p:cNvPr id="21" name="Connector 20"/>
              <p:cNvCxnSpPr/>
              <p:nvPr/>
            </p:nvCxnSpPr>
            <p:spPr>
              <a:xfrm>
                <a:off x="1554480" y="3657600"/>
                <a:ext cx="274320" cy="0"/>
              </a:xfrm>
              <a:prstGeom prst="line">
                <a:avLst/>
              </a:prstGeom>
              <a:ln w="12700">
                <a:solidFill>
                  <a:srgbClr val="000000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Connector 21"/>
              <p:cNvCxnSpPr/>
              <p:nvPr/>
            </p:nvCxnSpPr>
            <p:spPr>
              <a:xfrm>
                <a:off x="2926080" y="3657600"/>
                <a:ext cx="274320" cy="0"/>
              </a:xfrm>
              <a:prstGeom prst="line">
                <a:avLst/>
              </a:prstGeom>
              <a:ln w="12700">
                <a:solidFill>
                  <a:srgbClr val="000000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Connector 23"/>
              <p:cNvCxnSpPr/>
              <p:nvPr/>
            </p:nvCxnSpPr>
            <p:spPr>
              <a:xfrm>
                <a:off x="5806440" y="3657600"/>
                <a:ext cx="274320" cy="0"/>
              </a:xfrm>
              <a:prstGeom prst="line">
                <a:avLst/>
              </a:prstGeom>
              <a:ln w="12700">
                <a:solidFill>
                  <a:srgbClr val="000000"/>
                </a:solidFill>
                <a:prstDash val="sysDash"/>
                <a:headEnd type="arrow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Connector 24"/>
              <p:cNvCxnSpPr/>
              <p:nvPr/>
            </p:nvCxnSpPr>
            <p:spPr>
              <a:xfrm>
                <a:off x="7187184" y="3657600"/>
                <a:ext cx="274320" cy="0"/>
              </a:xfrm>
              <a:prstGeom prst="line">
                <a:avLst/>
              </a:prstGeom>
              <a:ln w="12700">
                <a:solidFill>
                  <a:srgbClr val="000000"/>
                </a:solidFill>
                <a:prstDash val="sysDash"/>
                <a:headEnd type="arrow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nector 20">
                <a:extLst>
                  <a:ext uri="{FF2B5EF4-FFF2-40B4-BE49-F238E27FC236}">
                    <a16:creationId xmlns:a16="http://schemas.microsoft.com/office/drawing/2014/main" id="{8713A319-CDBC-922E-D66C-9E61E228C8B6}"/>
                  </a:ext>
                </a:extLst>
              </p:cNvPr>
              <p:cNvCxnSpPr/>
              <p:nvPr/>
            </p:nvCxnSpPr>
            <p:spPr>
              <a:xfrm>
                <a:off x="1554480" y="3648456"/>
                <a:ext cx="274320" cy="0"/>
              </a:xfrm>
              <a:prstGeom prst="line">
                <a:avLst/>
              </a:prstGeom>
              <a:ln w="12700">
                <a:solidFill>
                  <a:srgbClr val="000000"/>
                </a:solidFill>
                <a:prstDash val="sysDash"/>
                <a:headEnd type="arrow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Connector 21">
                <a:extLst>
                  <a:ext uri="{FF2B5EF4-FFF2-40B4-BE49-F238E27FC236}">
                    <a16:creationId xmlns:a16="http://schemas.microsoft.com/office/drawing/2014/main" id="{9E20AA0A-2710-46BC-B1F9-799C8AE443F1}"/>
                  </a:ext>
                </a:extLst>
              </p:cNvPr>
              <p:cNvCxnSpPr/>
              <p:nvPr/>
            </p:nvCxnSpPr>
            <p:spPr>
              <a:xfrm>
                <a:off x="2926080" y="3648456"/>
                <a:ext cx="274320" cy="0"/>
              </a:xfrm>
              <a:prstGeom prst="line">
                <a:avLst/>
              </a:prstGeom>
              <a:ln w="12700">
                <a:solidFill>
                  <a:srgbClr val="000000"/>
                </a:solidFill>
                <a:prstDash val="sysDash"/>
                <a:headEnd type="arrow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Rectangle 9"/>
              <p:cNvSpPr/>
              <p:nvPr/>
            </p:nvSpPr>
            <p:spPr>
              <a:xfrm>
                <a:off x="3342132" y="3291840"/>
                <a:ext cx="1097280" cy="731520"/>
              </a:xfrm>
              <a:prstGeom prst="rect">
                <a:avLst/>
              </a:prstGeom>
              <a:noFill/>
              <a:ln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Barichara</a:t>
                </a: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4713732" y="3291840"/>
                <a:ext cx="1097280" cy="731520"/>
              </a:xfrm>
              <a:prstGeom prst="rect">
                <a:avLst/>
              </a:prstGeom>
              <a:noFill/>
              <a:ln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Guane</a:t>
                </a:r>
              </a:p>
            </p:txBody>
          </p:sp>
          <p:cxnSp>
            <p:nvCxnSpPr>
              <p:cNvPr id="48" name="Connector 22">
                <a:extLst>
                  <a:ext uri="{FF2B5EF4-FFF2-40B4-BE49-F238E27FC236}">
                    <a16:creationId xmlns:a16="http://schemas.microsoft.com/office/drawing/2014/main" id="{56B4645B-C682-6A7B-F2A4-CB74E874E7E7}"/>
                  </a:ext>
                </a:extLst>
              </p:cNvPr>
              <p:cNvCxnSpPr/>
              <p:nvPr/>
            </p:nvCxnSpPr>
            <p:spPr>
              <a:xfrm>
                <a:off x="4439412" y="3648456"/>
                <a:ext cx="274320" cy="0"/>
              </a:xfrm>
              <a:prstGeom prst="line">
                <a:avLst/>
              </a:prstGeom>
              <a:ln w="12700">
                <a:solidFill>
                  <a:srgbClr val="000000"/>
                </a:solidFill>
                <a:prstDash val="sysDash"/>
                <a:headEnd type="arrow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0" name="Connector 16">
              <a:extLst>
                <a:ext uri="{FF2B5EF4-FFF2-40B4-BE49-F238E27FC236}">
                  <a16:creationId xmlns:a16="http://schemas.microsoft.com/office/drawing/2014/main" id="{FFF37B44-83D0-F67C-57DC-AB19EF0440A6}"/>
                </a:ext>
              </a:extLst>
            </p:cNvPr>
            <p:cNvCxnSpPr>
              <a:cxnSpLocks/>
              <a:stCxn id="14" idx="0"/>
              <a:endCxn id="10" idx="2"/>
            </p:cNvCxnSpPr>
            <p:nvPr/>
          </p:nvCxnSpPr>
          <p:spPr>
            <a:xfrm flipV="1">
              <a:off x="1600200" y="3712462"/>
              <a:ext cx="2290572" cy="969266"/>
            </a:xfrm>
            <a:prstGeom prst="line">
              <a:avLst/>
            </a:prstGeom>
            <a:ln w="15875">
              <a:solidFill>
                <a:srgbClr val="000000"/>
              </a:solidFill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ctor 16">
              <a:extLst>
                <a:ext uri="{FF2B5EF4-FFF2-40B4-BE49-F238E27FC236}">
                  <a16:creationId xmlns:a16="http://schemas.microsoft.com/office/drawing/2014/main" id="{EA16D5C7-F37B-D857-1513-AE3D623B4FD2}"/>
                </a:ext>
              </a:extLst>
            </p:cNvPr>
            <p:cNvCxnSpPr>
              <a:cxnSpLocks/>
              <a:stCxn id="15" idx="0"/>
              <a:endCxn id="12" idx="2"/>
            </p:cNvCxnSpPr>
            <p:nvPr/>
          </p:nvCxnSpPr>
          <p:spPr>
            <a:xfrm flipH="1" flipV="1">
              <a:off x="6638544" y="3712462"/>
              <a:ext cx="905256" cy="969266"/>
            </a:xfrm>
            <a:prstGeom prst="line">
              <a:avLst/>
            </a:prstGeom>
            <a:ln w="15875">
              <a:solidFill>
                <a:srgbClr val="000000"/>
              </a:solidFill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or 27">
              <a:extLst>
                <a:ext uri="{FF2B5EF4-FFF2-40B4-BE49-F238E27FC236}">
                  <a16:creationId xmlns:a16="http://schemas.microsoft.com/office/drawing/2014/main" id="{B16DD043-BCF6-EC35-0DBD-9F7E67FCEC35}"/>
                </a:ext>
              </a:extLst>
            </p:cNvPr>
            <p:cNvCxnSpPr>
              <a:cxnSpLocks/>
              <a:stCxn id="31" idx="2"/>
              <a:endCxn id="16" idx="0"/>
            </p:cNvCxnSpPr>
            <p:nvPr/>
          </p:nvCxnSpPr>
          <p:spPr>
            <a:xfrm>
              <a:off x="4558284" y="3895342"/>
              <a:ext cx="13716" cy="1408178"/>
            </a:xfrm>
            <a:prstGeom prst="line">
              <a:avLst/>
            </a:prstGeom>
            <a:ln w="15875">
              <a:solidFill>
                <a:srgbClr val="000000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ctor 27">
              <a:extLst>
                <a:ext uri="{FF2B5EF4-FFF2-40B4-BE49-F238E27FC236}">
                  <a16:creationId xmlns:a16="http://schemas.microsoft.com/office/drawing/2014/main" id="{E38CE97C-0FB4-7DCF-6491-F8ED3930AD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6928" y="6108192"/>
              <a:ext cx="441960" cy="0"/>
            </a:xfrm>
            <a:prstGeom prst="line">
              <a:avLst/>
            </a:prstGeom>
            <a:ln w="15875">
              <a:solidFill>
                <a:srgbClr val="000000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CuadroTexto 74">
              <a:extLst>
                <a:ext uri="{FF2B5EF4-FFF2-40B4-BE49-F238E27FC236}">
                  <a16:creationId xmlns:a16="http://schemas.microsoft.com/office/drawing/2014/main" id="{131FB4A1-84FF-7C3F-1314-77803CCE7935}"/>
                </a:ext>
              </a:extLst>
            </p:cNvPr>
            <p:cNvSpPr txBox="1"/>
            <p:nvPr/>
          </p:nvSpPr>
          <p:spPr>
            <a:xfrm>
              <a:off x="1143310" y="5989323"/>
              <a:ext cx="253288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800" dirty="0"/>
                <a:t>Solid arrows: institutional or legally supported evidence</a:t>
              </a:r>
            </a:p>
          </p:txBody>
        </p:sp>
        <p:sp>
          <p:nvSpPr>
            <p:cNvPr id="76" name="TextBox 28">
              <a:extLst>
                <a:ext uri="{FF2B5EF4-FFF2-40B4-BE49-F238E27FC236}">
                  <a16:creationId xmlns:a16="http://schemas.microsoft.com/office/drawing/2014/main" id="{A65AE5D0-FD2F-EBC6-8741-83D570F443B2}"/>
                </a:ext>
              </a:extLst>
            </p:cNvPr>
            <p:cNvSpPr txBox="1"/>
            <p:nvPr/>
          </p:nvSpPr>
          <p:spPr>
            <a:xfrm>
              <a:off x="1143310" y="6460794"/>
              <a:ext cx="288493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800" dirty="0"/>
                <a:t>Vertical arrows: measurement infrastructure (DANE)</a:t>
              </a:r>
            </a:p>
          </p:txBody>
        </p:sp>
        <p:cxnSp>
          <p:nvCxnSpPr>
            <p:cNvPr id="77" name="Connector 27">
              <a:extLst>
                <a:ext uri="{FF2B5EF4-FFF2-40B4-BE49-F238E27FC236}">
                  <a16:creationId xmlns:a16="http://schemas.microsoft.com/office/drawing/2014/main" id="{E837A448-7905-D8A0-8F76-F00604C7B6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6928" y="6353072"/>
              <a:ext cx="441960" cy="0"/>
            </a:xfrm>
            <a:prstGeom prst="line">
              <a:avLst/>
            </a:prstGeom>
            <a:ln w="15875">
              <a:solidFill>
                <a:srgbClr val="000000"/>
              </a:solidFill>
              <a:prstDash val="dash"/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or 27">
              <a:extLst>
                <a:ext uri="{FF2B5EF4-FFF2-40B4-BE49-F238E27FC236}">
                  <a16:creationId xmlns:a16="http://schemas.microsoft.com/office/drawing/2014/main" id="{5AED349B-7C04-A3D7-E9C5-C6E6C0F12A80}"/>
                </a:ext>
              </a:extLst>
            </p:cNvPr>
            <p:cNvCxnSpPr>
              <a:cxnSpLocks/>
            </p:cNvCxnSpPr>
            <p:nvPr/>
          </p:nvCxnSpPr>
          <p:spPr>
            <a:xfrm>
              <a:off x="777240" y="6460794"/>
              <a:ext cx="0" cy="220422"/>
            </a:xfrm>
            <a:prstGeom prst="line">
              <a:avLst/>
            </a:prstGeom>
            <a:ln w="15875">
              <a:solidFill>
                <a:srgbClr val="000000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 16">
              <a:extLst>
                <a:ext uri="{FF2B5EF4-FFF2-40B4-BE49-F238E27FC236}">
                  <a16:creationId xmlns:a16="http://schemas.microsoft.com/office/drawing/2014/main" id="{BB99EC7C-0C2D-4E60-D53B-9D4F43690ECC}"/>
                </a:ext>
              </a:extLst>
            </p:cNvPr>
            <p:cNvCxnSpPr>
              <a:cxnSpLocks/>
              <a:stCxn id="7" idx="2"/>
              <a:endCxn id="31" idx="0"/>
            </p:cNvCxnSpPr>
            <p:nvPr/>
          </p:nvCxnSpPr>
          <p:spPr>
            <a:xfrm flipH="1">
              <a:off x="4558284" y="2002533"/>
              <a:ext cx="2985516" cy="786385"/>
            </a:xfrm>
            <a:prstGeom prst="line">
              <a:avLst/>
            </a:prstGeom>
            <a:ln w="15875">
              <a:solidFill>
                <a:srgbClr val="000000"/>
              </a:solidFill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>
              <a:cxnSpLocks/>
              <a:stCxn id="6" idx="2"/>
              <a:endCxn id="31" idx="0"/>
            </p:cNvCxnSpPr>
            <p:nvPr/>
          </p:nvCxnSpPr>
          <p:spPr>
            <a:xfrm>
              <a:off x="1600200" y="2002533"/>
              <a:ext cx="2958084" cy="786385"/>
            </a:xfrm>
            <a:prstGeom prst="line">
              <a:avLst/>
            </a:prstGeom>
            <a:ln w="15875">
              <a:solidFill>
                <a:srgbClr val="000000"/>
              </a:solidFill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54</Words>
  <Application>Microsoft Office PowerPoint</Application>
  <PresentationFormat>Presentación en pantalla (4:3)</PresentationFormat>
  <Paragraphs>18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LEONARDO HERNAN TALERO SARMIENTO</cp:lastModifiedBy>
  <cp:revision>1</cp:revision>
  <dcterms:created xsi:type="dcterms:W3CDTF">2013-01-27T09:14:16Z</dcterms:created>
  <dcterms:modified xsi:type="dcterms:W3CDTF">2026-04-07T22:03:20Z</dcterms:modified>
  <cp:category/>
</cp:coreProperties>
</file>